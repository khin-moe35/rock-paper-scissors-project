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ormorant Garamond Bold Italics" charset="1" panose="00000800000000000000"/>
      <p:regular r:id="rId14"/>
    </p:embeddedFont>
    <p:embeddedFont>
      <p:font typeface="Cormorant Garamond" charset="1" panose="00000500000000000000"/>
      <p:regular r:id="rId15"/>
    </p:embeddedFont>
    <p:embeddedFont>
      <p:font typeface="Times New Roman" charset="1" panose="02030502070405020303"/>
      <p:regular r:id="rId16"/>
    </p:embeddedFont>
    <p:embeddedFont>
      <p:font typeface="Quicksand Bold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3764" y="2164017"/>
            <a:ext cx="16229942" cy="3185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09"/>
              </a:lnSpc>
              <a:spcBef>
                <a:spcPct val="0"/>
              </a:spcBef>
            </a:pPr>
            <a:r>
              <a:rPr lang="en-US" b="true" sz="18577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Final Project</a:t>
            </a:r>
          </a:p>
        </p:txBody>
      </p:sp>
      <p:sp>
        <p:nvSpPr>
          <p:cNvPr name="AutoShape 3" id="3"/>
          <p:cNvSpPr/>
          <p:nvPr/>
        </p:nvSpPr>
        <p:spPr>
          <a:xfrm>
            <a:off x="9158735" y="990600"/>
            <a:ext cx="8114971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43764" y="9296400"/>
            <a:ext cx="8114971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618706" y="9037492"/>
            <a:ext cx="2968854" cy="441617"/>
          </a:xfrm>
          <a:custGeom>
            <a:avLst/>
            <a:gdLst/>
            <a:ahLst/>
            <a:cxnLst/>
            <a:rect r="r" b="b" t="t" l="l"/>
            <a:pathLst>
              <a:path h="441617" w="2968854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86851" y="6372628"/>
            <a:ext cx="12812922" cy="828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44"/>
              </a:lnSpc>
              <a:spcBef>
                <a:spcPct val="0"/>
              </a:spcBef>
            </a:pPr>
            <a:r>
              <a:rPr lang="en-US" sz="4889">
                <a:solidFill>
                  <a:srgbClr val="0F4662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Rock Paper Scissors Game with GUI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599064" y="7607950"/>
            <a:ext cx="6988496" cy="520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97"/>
              </a:lnSpc>
              <a:spcBef>
                <a:spcPct val="0"/>
              </a:spcBef>
            </a:pPr>
            <a:r>
              <a:rPr lang="en-US" sz="3141">
                <a:solidFill>
                  <a:srgbClr val="0F4662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19 February, 2025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646742" y="807892"/>
            <a:ext cx="2968854" cy="441617"/>
          </a:xfrm>
          <a:custGeom>
            <a:avLst/>
            <a:gdLst/>
            <a:ahLst/>
            <a:cxnLst/>
            <a:rect r="r" b="b" t="t" l="l"/>
            <a:pathLst>
              <a:path h="441617" w="2968854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43764" y="5606914"/>
            <a:ext cx="1622994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80"/>
              </a:lnSpc>
              <a:spcBef>
                <a:spcPct val="0"/>
              </a:spcBef>
            </a:pPr>
            <a:r>
              <a:rPr lang="en-US" b="true" sz="3200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KHIN MOE MOE LATT-202555378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897880" y="3568974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897880" y="7171009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04001" y="2470557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599709"/>
            <a:ext cx="804816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Introduction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304001" y="8019527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61303" y="3903777"/>
            <a:ext cx="13165393" cy="283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F466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Rock Paper Scissors is a classic hand game that has been played for generations around the world as a simple, fair way to make decisions or settle disputes</a:t>
            </a:r>
            <a:r>
              <a:rPr lang="en-US" sz="2300">
                <a:solidFill>
                  <a:srgbClr val="0F466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In this project, I recreated the game using Python and the Tkinter library to provide a graphical user interface (GUI), making it accessible and engaging for users of all ages. The game allows players to select rock, paper, or scissors with a button click, while the computer randomly chooses its move. The project not only demonstrates the fundamentals of Python programming and event-driven design, but also highlights how traditional games can be brought to life through modern software development tools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21299" y="2456695"/>
            <a:ext cx="7748435" cy="6426664"/>
            <a:chOff x="0" y="0"/>
            <a:chExt cx="2040740" cy="16926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40740" cy="1692619"/>
            </a:xfrm>
            <a:custGeom>
              <a:avLst/>
              <a:gdLst/>
              <a:ahLst/>
              <a:cxnLst/>
              <a:rect r="r" b="b" t="t" l="l"/>
              <a:pathLst>
                <a:path h="1692619" w="2040740">
                  <a:moveTo>
                    <a:pt x="50957" y="0"/>
                  </a:moveTo>
                  <a:lnTo>
                    <a:pt x="1989783" y="0"/>
                  </a:lnTo>
                  <a:cubicBezTo>
                    <a:pt x="2003298" y="0"/>
                    <a:pt x="2016259" y="5369"/>
                    <a:pt x="2025815" y="14925"/>
                  </a:cubicBezTo>
                  <a:cubicBezTo>
                    <a:pt x="2035371" y="24481"/>
                    <a:pt x="2040740" y="37442"/>
                    <a:pt x="2040740" y="50957"/>
                  </a:cubicBezTo>
                  <a:lnTo>
                    <a:pt x="2040740" y="1641662"/>
                  </a:lnTo>
                  <a:cubicBezTo>
                    <a:pt x="2040740" y="1655177"/>
                    <a:pt x="2035371" y="1668138"/>
                    <a:pt x="2025815" y="1677694"/>
                  </a:cubicBezTo>
                  <a:cubicBezTo>
                    <a:pt x="2016259" y="1687251"/>
                    <a:pt x="2003298" y="1692619"/>
                    <a:pt x="1989783" y="1692619"/>
                  </a:cubicBezTo>
                  <a:lnTo>
                    <a:pt x="50957" y="1692619"/>
                  </a:lnTo>
                  <a:cubicBezTo>
                    <a:pt x="37442" y="1692619"/>
                    <a:pt x="24481" y="1687251"/>
                    <a:pt x="14925" y="1677694"/>
                  </a:cubicBezTo>
                  <a:cubicBezTo>
                    <a:pt x="5369" y="1668138"/>
                    <a:pt x="0" y="1655177"/>
                    <a:pt x="0" y="1641662"/>
                  </a:cubicBezTo>
                  <a:lnTo>
                    <a:pt x="0" y="50957"/>
                  </a:lnTo>
                  <a:cubicBezTo>
                    <a:pt x="0" y="37442"/>
                    <a:pt x="5369" y="24481"/>
                    <a:pt x="14925" y="14925"/>
                  </a:cubicBezTo>
                  <a:cubicBezTo>
                    <a:pt x="24481" y="5369"/>
                    <a:pt x="37442" y="0"/>
                    <a:pt x="50957" y="0"/>
                  </a:cubicBez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040740" cy="1816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739737" y="2877488"/>
            <a:ext cx="2348889" cy="2348889"/>
          </a:xfrm>
          <a:custGeom>
            <a:avLst/>
            <a:gdLst/>
            <a:ahLst/>
            <a:cxnLst/>
            <a:rect r="r" b="b" t="t" l="l"/>
            <a:pathLst>
              <a:path h="2348889" w="2348889">
                <a:moveTo>
                  <a:pt x="0" y="0"/>
                </a:moveTo>
                <a:lnTo>
                  <a:pt x="2348888" y="0"/>
                </a:lnTo>
                <a:lnTo>
                  <a:pt x="2348888" y="2348889"/>
                </a:lnTo>
                <a:lnTo>
                  <a:pt x="0" y="23488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631895" y="2456695"/>
            <a:ext cx="7769344" cy="6426664"/>
            <a:chOff x="0" y="0"/>
            <a:chExt cx="2046247" cy="16926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46247" cy="1692619"/>
            </a:xfrm>
            <a:custGeom>
              <a:avLst/>
              <a:gdLst/>
              <a:ahLst/>
              <a:cxnLst/>
              <a:rect r="r" b="b" t="t" l="l"/>
              <a:pathLst>
                <a:path h="1692619" w="2046247">
                  <a:moveTo>
                    <a:pt x="50820" y="0"/>
                  </a:moveTo>
                  <a:lnTo>
                    <a:pt x="1995427" y="0"/>
                  </a:lnTo>
                  <a:cubicBezTo>
                    <a:pt x="2023494" y="0"/>
                    <a:pt x="2046247" y="22753"/>
                    <a:pt x="2046247" y="50820"/>
                  </a:cubicBezTo>
                  <a:lnTo>
                    <a:pt x="2046247" y="1641799"/>
                  </a:lnTo>
                  <a:cubicBezTo>
                    <a:pt x="2046247" y="1669866"/>
                    <a:pt x="2023494" y="1692619"/>
                    <a:pt x="1995427" y="1692619"/>
                  </a:cubicBezTo>
                  <a:lnTo>
                    <a:pt x="50820" y="1692619"/>
                  </a:lnTo>
                  <a:cubicBezTo>
                    <a:pt x="22753" y="1692619"/>
                    <a:pt x="0" y="1669866"/>
                    <a:pt x="0" y="1641799"/>
                  </a:cubicBezTo>
                  <a:lnTo>
                    <a:pt x="0" y="50820"/>
                  </a:lnTo>
                  <a:cubicBezTo>
                    <a:pt x="0" y="22753"/>
                    <a:pt x="22753" y="0"/>
                    <a:pt x="50820" y="0"/>
                  </a:cubicBez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23825"/>
              <a:ext cx="2046247" cy="1816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3595029" y="3088463"/>
            <a:ext cx="2226655" cy="2226655"/>
          </a:xfrm>
          <a:custGeom>
            <a:avLst/>
            <a:gdLst/>
            <a:ahLst/>
            <a:cxnLst/>
            <a:rect r="r" b="b" t="t" l="l"/>
            <a:pathLst>
              <a:path h="2226655" w="2226655">
                <a:moveTo>
                  <a:pt x="0" y="0"/>
                </a:moveTo>
                <a:lnTo>
                  <a:pt x="2226655" y="0"/>
                </a:lnTo>
                <a:lnTo>
                  <a:pt x="2226655" y="2226655"/>
                </a:lnTo>
                <a:lnTo>
                  <a:pt x="0" y="22266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599709"/>
            <a:ext cx="811530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Project Objectives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46751" y="6044675"/>
            <a:ext cx="6189134" cy="2755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8" indent="-172719" lvl="1">
              <a:lnSpc>
                <a:spcPts val="2719"/>
              </a:lnSpc>
              <a:buFont typeface="Arial"/>
              <a:buChar char="•"/>
            </a:pPr>
            <a:r>
              <a:rPr lang="en-US" sz="1599">
                <a:solidFill>
                  <a:srgbClr val="0F466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an interactive Rock Paper Scissors game using Python with a graphical user interface (GUI) built on Tkinter.</a:t>
            </a:r>
          </a:p>
          <a:p>
            <a:pPr algn="l" marL="345438" indent="-172719" lvl="1">
              <a:lnSpc>
                <a:spcPts val="2719"/>
              </a:lnSpc>
              <a:buFont typeface="Arial"/>
              <a:buChar char="•"/>
            </a:pPr>
            <a:r>
              <a:rPr lang="en-US" sz="1599">
                <a:solidFill>
                  <a:srgbClr val="0F466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a user-friendly experience with easy move selection, real-time result display, and score tracking.</a:t>
            </a:r>
          </a:p>
          <a:p>
            <a:pPr algn="l" marL="345438" indent="-172719" lvl="1">
              <a:lnSpc>
                <a:spcPts val="2719"/>
              </a:lnSpc>
              <a:buFont typeface="Arial"/>
              <a:buChar char="•"/>
            </a:pPr>
            <a:r>
              <a:rPr lang="en-US" sz="1599">
                <a:solidFill>
                  <a:srgbClr val="0F466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Demonstrate core programming concepts such as event-driven design, randomization, and score management in a fun and accessible way</a:t>
            </a:r>
          </a:p>
          <a:p>
            <a:pPr algn="l">
              <a:lnSpc>
                <a:spcPts val="271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488689" y="5580494"/>
            <a:ext cx="5101887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Objectives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73833" y="6044675"/>
            <a:ext cx="7171838" cy="2755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44" indent="-172722" lvl="1">
              <a:lnSpc>
                <a:spcPts val="2720"/>
              </a:lnSpc>
              <a:buFont typeface="Arial"/>
              <a:buChar char="•"/>
            </a:pPr>
            <a:r>
              <a:rPr lang="en-US" sz="1600">
                <a:solidFill>
                  <a:srgbClr val="0F466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Rock Paper Scissors programs are often text-based, which can be less engaging and allow for input errors.</a:t>
            </a:r>
          </a:p>
          <a:p>
            <a:pPr algn="l" marL="345444" indent="-172722" lvl="1">
              <a:lnSpc>
                <a:spcPts val="2720"/>
              </a:lnSpc>
              <a:buFont typeface="Arial"/>
              <a:buChar char="•"/>
            </a:pPr>
            <a:r>
              <a:rPr lang="en-US" sz="1600">
                <a:solidFill>
                  <a:srgbClr val="0F466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a need for a more intuitive and robust solution that eliminates invalid inputs and enhances user interaction.</a:t>
            </a:r>
          </a:p>
          <a:p>
            <a:pPr algn="l" marL="345444" indent="-172722" lvl="1">
              <a:lnSpc>
                <a:spcPts val="2720"/>
              </a:lnSpc>
              <a:buFont typeface="Arial"/>
              <a:buChar char="•"/>
            </a:pPr>
            <a:r>
              <a:rPr lang="en-US" sz="1600">
                <a:solidFill>
                  <a:srgbClr val="0F466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addresses these issues by creating a GUI-based game that is visually engaging, easy to use, and robust against invalid input, while also showcasing fundamental programming skills.</a:t>
            </a:r>
          </a:p>
          <a:p>
            <a:pPr algn="l">
              <a:lnSpc>
                <a:spcPts val="272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9899285" y="5580494"/>
            <a:ext cx="5101887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Implementation Plan</a:t>
            </a:r>
          </a:p>
        </p:txBody>
      </p:sp>
      <p:sp>
        <p:nvSpPr>
          <p:cNvPr name="AutoShape 15" id="15"/>
          <p:cNvSpPr/>
          <p:nvPr/>
        </p:nvSpPr>
        <p:spPr>
          <a:xfrm flipV="true">
            <a:off x="7818735" y="1389895"/>
            <a:ext cx="9252388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93893" y="15849"/>
            <a:ext cx="4194107" cy="10271151"/>
            <a:chOff x="0" y="0"/>
            <a:chExt cx="1104621" cy="2705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4621" cy="2705159"/>
            </a:xfrm>
            <a:custGeom>
              <a:avLst/>
              <a:gdLst/>
              <a:ahLst/>
              <a:cxnLst/>
              <a:rect r="r" b="b" t="t" l="l"/>
              <a:pathLst>
                <a:path h="2705159" w="1104621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928486" y="1684924"/>
            <a:ext cx="6330814" cy="7573376"/>
            <a:chOff x="0" y="0"/>
            <a:chExt cx="8441085" cy="10097834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/>
            <a:srcRect l="8203" t="0" r="8203" b="0"/>
            <a:stretch>
              <a:fillRect/>
            </a:stretch>
          </p:blipFill>
          <p:spPr>
            <a:xfrm flipH="false" flipV="false">
              <a:off x="0" y="0"/>
              <a:ext cx="8441085" cy="10097834"/>
            </a:xfrm>
            <a:prstGeom prst="rect">
              <a:avLst/>
            </a:prstGeom>
          </p:spPr>
        </p:pic>
      </p:grpSp>
      <p:sp>
        <p:nvSpPr>
          <p:cNvPr name="Freeform 7" id="7"/>
          <p:cNvSpPr/>
          <p:nvPr/>
        </p:nvSpPr>
        <p:spPr>
          <a:xfrm flipH="false" flipV="false" rot="0">
            <a:off x="1028700" y="8974931"/>
            <a:ext cx="1905000" cy="283369"/>
          </a:xfrm>
          <a:custGeom>
            <a:avLst/>
            <a:gdLst/>
            <a:ahLst/>
            <a:cxnLst/>
            <a:rect r="r" b="b" t="t" l="l"/>
            <a:pathLst>
              <a:path h="283369" w="1905000">
                <a:moveTo>
                  <a:pt x="0" y="0"/>
                </a:moveTo>
                <a:lnTo>
                  <a:pt x="1905000" y="0"/>
                </a:lnTo>
                <a:lnTo>
                  <a:pt x="1905000" y="283369"/>
                </a:lnTo>
                <a:lnTo>
                  <a:pt x="0" y="2833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599709"/>
            <a:ext cx="939024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Design and Implementation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7893" y="2331458"/>
            <a:ext cx="9575609" cy="5901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game features a graphical user interface (GUI) built with Python’s Tkinter library, providing buttons for Rock, Paper, and Scissors selection.</a:t>
            </a:r>
          </a:p>
          <a:p>
            <a:pPr algn="l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interface displays the computer’s choice, the result of each round (win, lose, tie), and real-time score tracking for both the player and the computer.</a:t>
            </a:r>
          </a:p>
          <a:p>
            <a:pPr algn="l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game logic uses Python’s random module to generate the computer’s move and compares it with the player’s choice to determine the outcome.</a:t>
            </a:r>
          </a:p>
          <a:p>
            <a:pPr algn="l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Event-driven programming is used: each button click triggers the main game function, updates the display, and manages the scores.</a:t>
            </a:r>
          </a:p>
          <a:p>
            <a:pPr algn="l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application is self-contained, requires only Python 3.x, and runs on any major operating system without additional dependencies</a:t>
            </a:r>
          </a:p>
          <a:p>
            <a:pPr algn="l">
              <a:lnSpc>
                <a:spcPts val="336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4384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8285" y="2013174"/>
            <a:ext cx="6369665" cy="2988722"/>
          </a:xfrm>
          <a:custGeom>
            <a:avLst/>
            <a:gdLst/>
            <a:ahLst/>
            <a:cxnLst/>
            <a:rect r="r" b="b" t="t" l="l"/>
            <a:pathLst>
              <a:path h="2988722" w="6369665">
                <a:moveTo>
                  <a:pt x="0" y="0"/>
                </a:moveTo>
                <a:lnTo>
                  <a:pt x="6369665" y="0"/>
                </a:lnTo>
                <a:lnTo>
                  <a:pt x="6369665" y="2988722"/>
                </a:lnTo>
                <a:lnTo>
                  <a:pt x="0" y="29887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2013174"/>
            <a:ext cx="6185622" cy="2930843"/>
          </a:xfrm>
          <a:custGeom>
            <a:avLst/>
            <a:gdLst/>
            <a:ahLst/>
            <a:cxnLst/>
            <a:rect r="r" b="b" t="t" l="l"/>
            <a:pathLst>
              <a:path h="2930843" w="6185622">
                <a:moveTo>
                  <a:pt x="0" y="0"/>
                </a:moveTo>
                <a:lnTo>
                  <a:pt x="6185622" y="0"/>
                </a:lnTo>
                <a:lnTo>
                  <a:pt x="6185622" y="2930843"/>
                </a:lnTo>
                <a:lnTo>
                  <a:pt x="0" y="29308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8285" y="5553011"/>
            <a:ext cx="6369665" cy="2994693"/>
          </a:xfrm>
          <a:custGeom>
            <a:avLst/>
            <a:gdLst/>
            <a:ahLst/>
            <a:cxnLst/>
            <a:rect r="r" b="b" t="t" l="l"/>
            <a:pathLst>
              <a:path h="2994693" w="6369665">
                <a:moveTo>
                  <a:pt x="0" y="0"/>
                </a:moveTo>
                <a:lnTo>
                  <a:pt x="6369665" y="0"/>
                </a:lnTo>
                <a:lnTo>
                  <a:pt x="6369665" y="2994694"/>
                </a:lnTo>
                <a:lnTo>
                  <a:pt x="0" y="29946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5553011"/>
            <a:ext cx="6185622" cy="2893768"/>
          </a:xfrm>
          <a:custGeom>
            <a:avLst/>
            <a:gdLst/>
            <a:ahLst/>
            <a:cxnLst/>
            <a:rect r="r" b="b" t="t" l="l"/>
            <a:pathLst>
              <a:path h="2893768" w="6185622">
                <a:moveTo>
                  <a:pt x="0" y="0"/>
                </a:moveTo>
                <a:lnTo>
                  <a:pt x="6185622" y="0"/>
                </a:lnTo>
                <a:lnTo>
                  <a:pt x="6185622" y="2893769"/>
                </a:lnTo>
                <a:lnTo>
                  <a:pt x="0" y="28937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615539" y="7565686"/>
            <a:ext cx="2847506" cy="2213936"/>
          </a:xfrm>
          <a:custGeom>
            <a:avLst/>
            <a:gdLst/>
            <a:ahLst/>
            <a:cxnLst/>
            <a:rect r="r" b="b" t="t" l="l"/>
            <a:pathLst>
              <a:path h="2213936" w="2847506">
                <a:moveTo>
                  <a:pt x="0" y="0"/>
                </a:moveTo>
                <a:lnTo>
                  <a:pt x="2847506" y="0"/>
                </a:lnTo>
                <a:lnTo>
                  <a:pt x="2847506" y="2213937"/>
                </a:lnTo>
                <a:lnTo>
                  <a:pt x="0" y="22139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4384" y="599709"/>
            <a:ext cx="1407206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Demonstration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4771" y="1809453"/>
            <a:ext cx="5539941" cy="7448847"/>
            <a:chOff x="0" y="0"/>
            <a:chExt cx="858282" cy="11540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8282" cy="1154021"/>
            </a:xfrm>
            <a:custGeom>
              <a:avLst/>
              <a:gdLst/>
              <a:ahLst/>
              <a:cxnLst/>
              <a:rect r="r" b="b" t="t" l="l"/>
              <a:pathLst>
                <a:path h="1154021" w="858282">
                  <a:moveTo>
                    <a:pt x="32142" y="0"/>
                  </a:moveTo>
                  <a:lnTo>
                    <a:pt x="826140" y="0"/>
                  </a:lnTo>
                  <a:cubicBezTo>
                    <a:pt x="843892" y="0"/>
                    <a:pt x="858282" y="14390"/>
                    <a:pt x="858282" y="32142"/>
                  </a:cubicBezTo>
                  <a:lnTo>
                    <a:pt x="858282" y="1121879"/>
                  </a:lnTo>
                  <a:cubicBezTo>
                    <a:pt x="858282" y="1130404"/>
                    <a:pt x="854896" y="1138579"/>
                    <a:pt x="848868" y="1144607"/>
                  </a:cubicBezTo>
                  <a:cubicBezTo>
                    <a:pt x="842840" y="1150635"/>
                    <a:pt x="834665" y="1154021"/>
                    <a:pt x="826140" y="1154021"/>
                  </a:cubicBezTo>
                  <a:lnTo>
                    <a:pt x="32142" y="1154021"/>
                  </a:lnTo>
                  <a:cubicBezTo>
                    <a:pt x="23617" y="1154021"/>
                    <a:pt x="15442" y="1150635"/>
                    <a:pt x="9414" y="1144607"/>
                  </a:cubicBezTo>
                  <a:cubicBezTo>
                    <a:pt x="3386" y="1138579"/>
                    <a:pt x="0" y="1130404"/>
                    <a:pt x="0" y="1121879"/>
                  </a:cubicBezTo>
                  <a:lnTo>
                    <a:pt x="0" y="32142"/>
                  </a:lnTo>
                  <a:cubicBezTo>
                    <a:pt x="0" y="14390"/>
                    <a:pt x="14390" y="0"/>
                    <a:pt x="32142" y="0"/>
                  </a:cubicBezTo>
                  <a:close/>
                </a:path>
              </a:pathLst>
            </a:custGeom>
            <a:blipFill>
              <a:blip r:embed="rId2"/>
              <a:stretch>
                <a:fillRect l="-17228" t="0" r="-1722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449761" y="0"/>
            <a:ext cx="9838239" cy="10287000"/>
            <a:chOff x="0" y="0"/>
            <a:chExt cx="2591141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9114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591141">
                  <a:moveTo>
                    <a:pt x="0" y="0"/>
                  </a:moveTo>
                  <a:lnTo>
                    <a:pt x="2591141" y="0"/>
                  </a:lnTo>
                  <a:lnTo>
                    <a:pt x="259114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23825"/>
              <a:ext cx="2591141" cy="2833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1028700" y="974152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0767060" y="1028700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28700" y="599709"/>
            <a:ext cx="9480749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Result and Analysis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1447164"/>
            <a:ext cx="8462420" cy="7353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F466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game runs smoothly on Windows with Python 3.x and requires no additional dependencies.</a:t>
            </a:r>
          </a:p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F466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GUI interface enables intuitive gameplay, eliminating invalid input and making the game accessible to all users.</a:t>
            </a:r>
          </a:p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F466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Score tracking and result display update in real time after each round, providing immediate feedback and enhancing user engagement.</a:t>
            </a:r>
          </a:p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F466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confirmed robust performance, correct application of game rules, and accurate score management throughout repeated play sessions.</a:t>
            </a:r>
          </a:p>
          <a:p>
            <a:pPr algn="l" marL="561336" indent="-280668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F466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successfully demonstrates the integration of event-driven programming and GUI design in Python, fulfilling the original objectives and providing a solid foundation for future enhancements</a:t>
            </a:r>
          </a:p>
          <a:p>
            <a:pPr algn="l">
              <a:lnSpc>
                <a:spcPts val="363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99709"/>
            <a:ext cx="11534821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Conclusion</a:t>
            </a:r>
          </a:p>
        </p:txBody>
      </p:sp>
      <p:sp>
        <p:nvSpPr>
          <p:cNvPr name="AutoShape 3" id="3"/>
          <p:cNvSpPr/>
          <p:nvPr/>
        </p:nvSpPr>
        <p:spPr>
          <a:xfrm>
            <a:off x="5897880" y="290879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5897880" y="7944628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8304001" y="1810376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304001" y="8793145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41240" y="3366771"/>
            <a:ext cx="12217750" cy="4005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F466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delivered a user-friendly Rock Paper Scissors game with a simple GUI and real-time score tracking.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F466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game is robust, easy to use, and demonstrates key programming concepts in Python.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F466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improvements could include enhanced visuals, sound, or saving scores.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F466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 for your attention!</a:t>
            </a:r>
          </a:p>
          <a:p>
            <a:pPr algn="l">
              <a:lnSpc>
                <a:spcPts val="392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42710" y="3369664"/>
            <a:ext cx="11402580" cy="3185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09"/>
              </a:lnSpc>
              <a:spcBef>
                <a:spcPct val="0"/>
              </a:spcBef>
            </a:pPr>
            <a:r>
              <a:rPr lang="en-US" b="true" sz="18577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Thank you</a:t>
            </a:r>
          </a:p>
        </p:txBody>
      </p:sp>
      <p:sp>
        <p:nvSpPr>
          <p:cNvPr name="AutoShape 3" id="3"/>
          <p:cNvSpPr/>
          <p:nvPr/>
        </p:nvSpPr>
        <p:spPr>
          <a:xfrm>
            <a:off x="5897880" y="221508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04001" y="1116666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5897880" y="815988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04001" y="9008400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DAGq37CsTmw</dc:identifier>
  <dcterms:modified xsi:type="dcterms:W3CDTF">2011-08-01T06:04:30Z</dcterms:modified>
  <cp:revision>1</cp:revision>
  <dc:title>Final Project</dc:title>
</cp:coreProperties>
</file>